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5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D3824A-FC79-44AB-A21B-25DC45B9E898}" type="doc">
      <dgm:prSet loTypeId="urn:microsoft.com/office/officeart/2005/8/layout/pyramid1" loCatId="pyramid" qsTypeId="urn:microsoft.com/office/officeart/2005/8/quickstyle/simple1" qsCatId="simple" csTypeId="urn:microsoft.com/office/officeart/2005/8/colors/accent0_3" csCatId="mainScheme" phldr="1"/>
      <dgm:spPr/>
    </dgm:pt>
    <dgm:pt modelId="{AA09F908-5493-4035-957F-C0397C6FFD00}">
      <dgm:prSet phldrT="[Text]" custT="1"/>
      <dgm:spPr/>
      <dgm:t>
        <a:bodyPr/>
        <a:lstStyle/>
        <a:p>
          <a:r>
            <a:rPr lang="en-IN" sz="1400" b="1" dirty="0"/>
            <a:t>INDIVIDUAL</a:t>
          </a:r>
        </a:p>
      </dgm:t>
    </dgm:pt>
    <dgm:pt modelId="{4996967B-02A6-46F4-919C-3F4D9661F88F}" type="parTrans" cxnId="{A11D08A8-798D-428A-A298-1F564F70E3A5}">
      <dgm:prSet/>
      <dgm:spPr/>
      <dgm:t>
        <a:bodyPr/>
        <a:lstStyle/>
        <a:p>
          <a:endParaRPr lang="en-IN"/>
        </a:p>
      </dgm:t>
    </dgm:pt>
    <dgm:pt modelId="{0DE18DD4-0841-4FE4-A007-4554F65BD83B}" type="sibTrans" cxnId="{A11D08A8-798D-428A-A298-1F564F70E3A5}">
      <dgm:prSet/>
      <dgm:spPr/>
      <dgm:t>
        <a:bodyPr/>
        <a:lstStyle/>
        <a:p>
          <a:endParaRPr lang="en-IN"/>
        </a:p>
      </dgm:t>
    </dgm:pt>
    <dgm:pt modelId="{08C52021-EA81-4787-86F7-15ED15EFDB08}">
      <dgm:prSet phldrT="[Text]" custT="1"/>
      <dgm:spPr/>
      <dgm:t>
        <a:bodyPr/>
        <a:lstStyle/>
        <a:p>
          <a:r>
            <a:rPr lang="en-IN" sz="2000" b="1" dirty="0"/>
            <a:t>CONTROLLED DISCLOSURE</a:t>
          </a:r>
        </a:p>
      </dgm:t>
    </dgm:pt>
    <dgm:pt modelId="{868B556C-01D4-4140-B99B-5E20E19D4201}" type="parTrans" cxnId="{09AA3F1C-6E6F-4EAA-A0EC-253044AA7A4B}">
      <dgm:prSet/>
      <dgm:spPr/>
      <dgm:t>
        <a:bodyPr/>
        <a:lstStyle/>
        <a:p>
          <a:endParaRPr lang="en-IN"/>
        </a:p>
      </dgm:t>
    </dgm:pt>
    <dgm:pt modelId="{3C28F69A-8131-437F-99FF-6546D9C8593E}" type="sibTrans" cxnId="{09AA3F1C-6E6F-4EAA-A0EC-253044AA7A4B}">
      <dgm:prSet/>
      <dgm:spPr/>
      <dgm:t>
        <a:bodyPr/>
        <a:lstStyle/>
        <a:p>
          <a:endParaRPr lang="en-IN"/>
        </a:p>
      </dgm:t>
    </dgm:pt>
    <dgm:pt modelId="{D9444617-CC7D-4233-A2C4-7F5DD121F5A5}">
      <dgm:prSet phldrT="[Text]" custT="1"/>
      <dgm:spPr/>
      <dgm:t>
        <a:bodyPr/>
        <a:lstStyle/>
        <a:p>
          <a:r>
            <a:rPr lang="en-IN" sz="2800" b="1" dirty="0"/>
            <a:t>TRUST</a:t>
          </a:r>
        </a:p>
      </dgm:t>
    </dgm:pt>
    <dgm:pt modelId="{F393D0CA-98E8-4703-8CCA-5E01962DB1E0}" type="parTrans" cxnId="{98860DEC-3125-4D7C-9677-74C67D572C35}">
      <dgm:prSet/>
      <dgm:spPr/>
      <dgm:t>
        <a:bodyPr/>
        <a:lstStyle/>
        <a:p>
          <a:endParaRPr lang="en-IN"/>
        </a:p>
      </dgm:t>
    </dgm:pt>
    <dgm:pt modelId="{F7F7AD5D-CA3F-4B20-870C-8C63AA797354}" type="sibTrans" cxnId="{98860DEC-3125-4D7C-9677-74C67D572C35}">
      <dgm:prSet/>
      <dgm:spPr/>
      <dgm:t>
        <a:bodyPr/>
        <a:lstStyle/>
        <a:p>
          <a:endParaRPr lang="en-IN"/>
        </a:p>
      </dgm:t>
    </dgm:pt>
    <dgm:pt modelId="{9BCC936D-BAAE-42EF-8150-0E401A690F17}">
      <dgm:prSet phldrT="[Text]" custT="1"/>
      <dgm:spPr/>
      <dgm:t>
        <a:bodyPr/>
        <a:lstStyle/>
        <a:p>
          <a:r>
            <a:rPr lang="en-IN" sz="1800" b="1" dirty="0"/>
            <a:t>DECIDE WHAT TO SAY,TO WHOM AND WHEN</a:t>
          </a:r>
        </a:p>
      </dgm:t>
    </dgm:pt>
    <dgm:pt modelId="{AE5B6036-C153-43D1-87A6-C0B28B400059}" type="parTrans" cxnId="{187A377E-D27A-4A0C-8F83-40EE31436D2E}">
      <dgm:prSet/>
      <dgm:spPr/>
      <dgm:t>
        <a:bodyPr/>
        <a:lstStyle/>
        <a:p>
          <a:endParaRPr lang="en-IN"/>
        </a:p>
      </dgm:t>
    </dgm:pt>
    <dgm:pt modelId="{C5B3EB29-D849-4B6A-BBB7-8122EF822C3C}" type="sibTrans" cxnId="{187A377E-D27A-4A0C-8F83-40EE31436D2E}">
      <dgm:prSet/>
      <dgm:spPr/>
      <dgm:t>
        <a:bodyPr/>
        <a:lstStyle/>
        <a:p>
          <a:endParaRPr lang="en-IN"/>
        </a:p>
      </dgm:t>
    </dgm:pt>
    <dgm:pt modelId="{03B0DB5C-355C-4CD0-8119-D4BFECB039A0}">
      <dgm:prSet phldrT="[Text]" custT="1"/>
      <dgm:spPr/>
      <dgm:t>
        <a:bodyPr/>
        <a:lstStyle/>
        <a:p>
          <a:r>
            <a:rPr lang="en-IN" sz="1600" b="1" dirty="0"/>
            <a:t>VOCABULARY</a:t>
          </a:r>
        </a:p>
      </dgm:t>
    </dgm:pt>
    <dgm:pt modelId="{13B8D912-14EA-48A1-8902-93625AF49AEB}" type="parTrans" cxnId="{3C107FF4-AEA4-43EB-831D-6E4EF6E0348E}">
      <dgm:prSet/>
      <dgm:spPr/>
      <dgm:t>
        <a:bodyPr/>
        <a:lstStyle/>
        <a:p>
          <a:endParaRPr lang="en-IN"/>
        </a:p>
      </dgm:t>
    </dgm:pt>
    <dgm:pt modelId="{33F28479-777B-4AAE-85E4-B99F360BFB5D}" type="sibTrans" cxnId="{3C107FF4-AEA4-43EB-831D-6E4EF6E0348E}">
      <dgm:prSet/>
      <dgm:spPr/>
      <dgm:t>
        <a:bodyPr/>
        <a:lstStyle/>
        <a:p>
          <a:endParaRPr lang="en-IN"/>
        </a:p>
      </dgm:t>
    </dgm:pt>
    <dgm:pt modelId="{F74A93A2-B711-46A9-A12D-C6096C077D5B}" type="pres">
      <dgm:prSet presAssocID="{92D3824A-FC79-44AB-A21B-25DC45B9E898}" presName="Name0" presStyleCnt="0">
        <dgm:presLayoutVars>
          <dgm:dir/>
          <dgm:animLvl val="lvl"/>
          <dgm:resizeHandles val="exact"/>
        </dgm:presLayoutVars>
      </dgm:prSet>
      <dgm:spPr/>
    </dgm:pt>
    <dgm:pt modelId="{723E51B9-B556-45EC-8105-A167C610B03D}" type="pres">
      <dgm:prSet presAssocID="{AA09F908-5493-4035-957F-C0397C6FFD00}" presName="Name8" presStyleCnt="0"/>
      <dgm:spPr/>
    </dgm:pt>
    <dgm:pt modelId="{4B8BD765-89D0-4BDF-9016-7392D9F50C33}" type="pres">
      <dgm:prSet presAssocID="{AA09F908-5493-4035-957F-C0397C6FFD00}" presName="level" presStyleLbl="node1" presStyleIdx="0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6016DD2-8775-418A-A45B-F69A69398D6B}" type="pres">
      <dgm:prSet presAssocID="{AA09F908-5493-4035-957F-C0397C6FFD00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E9D03079-1A92-4BBF-A7F9-8B85253E37E8}" type="pres">
      <dgm:prSet presAssocID="{03B0DB5C-355C-4CD0-8119-D4BFECB039A0}" presName="Name8" presStyleCnt="0"/>
      <dgm:spPr/>
    </dgm:pt>
    <dgm:pt modelId="{C59B62B1-2F48-4DBC-BBAD-052D2F8C2D32}" type="pres">
      <dgm:prSet presAssocID="{03B0DB5C-355C-4CD0-8119-D4BFECB039A0}" presName="level" presStyleLbl="node1" presStyleIdx="1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7C77FF1-36F9-4E67-816D-F0496DCD0592}" type="pres">
      <dgm:prSet presAssocID="{03B0DB5C-355C-4CD0-8119-D4BFECB039A0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6515897-C08D-43CC-8D08-04A73593EB6A}" type="pres">
      <dgm:prSet presAssocID="{9BCC936D-BAAE-42EF-8150-0E401A690F17}" presName="Name8" presStyleCnt="0"/>
      <dgm:spPr/>
    </dgm:pt>
    <dgm:pt modelId="{92F3D11A-7D81-4B8E-B99B-F17773302248}" type="pres">
      <dgm:prSet presAssocID="{9BCC936D-BAAE-42EF-8150-0E401A690F17}" presName="level" presStyleLbl="node1" presStyleIdx="2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FE0D7C4-30A9-40D4-8C19-369569E36483}" type="pres">
      <dgm:prSet presAssocID="{9BCC936D-BAAE-42EF-8150-0E401A690F17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605948E-3C17-4C3C-9634-9C51A6A00EA4}" type="pres">
      <dgm:prSet presAssocID="{08C52021-EA81-4787-86F7-15ED15EFDB08}" presName="Name8" presStyleCnt="0"/>
      <dgm:spPr/>
    </dgm:pt>
    <dgm:pt modelId="{7025A2AC-A101-4F8C-AF6D-04C1061E685F}" type="pres">
      <dgm:prSet presAssocID="{08C52021-EA81-4787-86F7-15ED15EFDB08}" presName="level" presStyleLbl="node1" presStyleIdx="3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4658303-83E8-49CC-B588-F9379D688DAB}" type="pres">
      <dgm:prSet presAssocID="{08C52021-EA81-4787-86F7-15ED15EFDB08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E8BA3DA6-31DB-4A46-B1C2-9EA8E55A475D}" type="pres">
      <dgm:prSet presAssocID="{D9444617-CC7D-4233-A2C4-7F5DD121F5A5}" presName="Name8" presStyleCnt="0"/>
      <dgm:spPr/>
    </dgm:pt>
    <dgm:pt modelId="{6B727223-F7F7-45C8-BA15-459E43892322}" type="pres">
      <dgm:prSet presAssocID="{D9444617-CC7D-4233-A2C4-7F5DD121F5A5}" presName="level" presStyleLbl="node1" presStyleIdx="4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8B2DE0E-9FB7-4875-92D8-CFBC1BBFA2A9}" type="pres">
      <dgm:prSet presAssocID="{D9444617-CC7D-4233-A2C4-7F5DD121F5A5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98860DEC-3125-4D7C-9677-74C67D572C35}" srcId="{92D3824A-FC79-44AB-A21B-25DC45B9E898}" destId="{D9444617-CC7D-4233-A2C4-7F5DD121F5A5}" srcOrd="4" destOrd="0" parTransId="{F393D0CA-98E8-4703-8CCA-5E01962DB1E0}" sibTransId="{F7F7AD5D-CA3F-4B20-870C-8C63AA797354}"/>
    <dgm:cxn modelId="{E4DD318B-A9AA-4AFD-83F2-A61EDB41AA4F}" type="presOf" srcId="{9BCC936D-BAAE-42EF-8150-0E401A690F17}" destId="{92F3D11A-7D81-4B8E-B99B-F17773302248}" srcOrd="0" destOrd="0" presId="urn:microsoft.com/office/officeart/2005/8/layout/pyramid1"/>
    <dgm:cxn modelId="{3C107FF4-AEA4-43EB-831D-6E4EF6E0348E}" srcId="{92D3824A-FC79-44AB-A21B-25DC45B9E898}" destId="{03B0DB5C-355C-4CD0-8119-D4BFECB039A0}" srcOrd="1" destOrd="0" parTransId="{13B8D912-14EA-48A1-8902-93625AF49AEB}" sibTransId="{33F28479-777B-4AAE-85E4-B99F360BFB5D}"/>
    <dgm:cxn modelId="{9711E088-4890-44EC-A05A-68188CDB1D47}" type="presOf" srcId="{03B0DB5C-355C-4CD0-8119-D4BFECB039A0}" destId="{A7C77FF1-36F9-4E67-816D-F0496DCD0592}" srcOrd="1" destOrd="0" presId="urn:microsoft.com/office/officeart/2005/8/layout/pyramid1"/>
    <dgm:cxn modelId="{187A377E-D27A-4A0C-8F83-40EE31436D2E}" srcId="{92D3824A-FC79-44AB-A21B-25DC45B9E898}" destId="{9BCC936D-BAAE-42EF-8150-0E401A690F17}" srcOrd="2" destOrd="0" parTransId="{AE5B6036-C153-43D1-87A6-C0B28B400059}" sibTransId="{C5B3EB29-D849-4B6A-BBB7-8122EF822C3C}"/>
    <dgm:cxn modelId="{A11D08A8-798D-428A-A298-1F564F70E3A5}" srcId="{92D3824A-FC79-44AB-A21B-25DC45B9E898}" destId="{AA09F908-5493-4035-957F-C0397C6FFD00}" srcOrd="0" destOrd="0" parTransId="{4996967B-02A6-46F4-919C-3F4D9661F88F}" sibTransId="{0DE18DD4-0841-4FE4-A007-4554F65BD83B}"/>
    <dgm:cxn modelId="{A436CDB9-0FFF-48AA-99C4-A8D68162672C}" type="presOf" srcId="{D9444617-CC7D-4233-A2C4-7F5DD121F5A5}" destId="{6B727223-F7F7-45C8-BA15-459E43892322}" srcOrd="0" destOrd="0" presId="urn:microsoft.com/office/officeart/2005/8/layout/pyramid1"/>
    <dgm:cxn modelId="{4697970D-4429-4847-A81B-2A486ADCAFC7}" type="presOf" srcId="{92D3824A-FC79-44AB-A21B-25DC45B9E898}" destId="{F74A93A2-B711-46A9-A12D-C6096C077D5B}" srcOrd="0" destOrd="0" presId="urn:microsoft.com/office/officeart/2005/8/layout/pyramid1"/>
    <dgm:cxn modelId="{5EA30BB4-8832-4EB1-AC6C-9FB6C82CBC5B}" type="presOf" srcId="{08C52021-EA81-4787-86F7-15ED15EFDB08}" destId="{7025A2AC-A101-4F8C-AF6D-04C1061E685F}" srcOrd="0" destOrd="0" presId="urn:microsoft.com/office/officeart/2005/8/layout/pyramid1"/>
    <dgm:cxn modelId="{64B373CE-44D3-4C1F-A422-B3516F5320F8}" type="presOf" srcId="{03B0DB5C-355C-4CD0-8119-D4BFECB039A0}" destId="{C59B62B1-2F48-4DBC-BBAD-052D2F8C2D32}" srcOrd="0" destOrd="0" presId="urn:microsoft.com/office/officeart/2005/8/layout/pyramid1"/>
    <dgm:cxn modelId="{26A62123-6D65-4DB0-BB39-CC461A34F77E}" type="presOf" srcId="{9BCC936D-BAAE-42EF-8150-0E401A690F17}" destId="{4FE0D7C4-30A9-40D4-8C19-369569E36483}" srcOrd="1" destOrd="0" presId="urn:microsoft.com/office/officeart/2005/8/layout/pyramid1"/>
    <dgm:cxn modelId="{8ACF63F6-B69A-46FD-8E9A-0651E3C9B6DB}" type="presOf" srcId="{D9444617-CC7D-4233-A2C4-7F5DD121F5A5}" destId="{78B2DE0E-9FB7-4875-92D8-CFBC1BBFA2A9}" srcOrd="1" destOrd="0" presId="urn:microsoft.com/office/officeart/2005/8/layout/pyramid1"/>
    <dgm:cxn modelId="{E535B77C-2821-425D-92E8-53581D230E0B}" type="presOf" srcId="{AA09F908-5493-4035-957F-C0397C6FFD00}" destId="{4B8BD765-89D0-4BDF-9016-7392D9F50C33}" srcOrd="0" destOrd="0" presId="urn:microsoft.com/office/officeart/2005/8/layout/pyramid1"/>
    <dgm:cxn modelId="{6B339650-DD15-4EBD-9663-FA6EBDF730E9}" type="presOf" srcId="{AA09F908-5493-4035-957F-C0397C6FFD00}" destId="{A6016DD2-8775-418A-A45B-F69A69398D6B}" srcOrd="1" destOrd="0" presId="urn:microsoft.com/office/officeart/2005/8/layout/pyramid1"/>
    <dgm:cxn modelId="{09AA3F1C-6E6F-4EAA-A0EC-253044AA7A4B}" srcId="{92D3824A-FC79-44AB-A21B-25DC45B9E898}" destId="{08C52021-EA81-4787-86F7-15ED15EFDB08}" srcOrd="3" destOrd="0" parTransId="{868B556C-01D4-4140-B99B-5E20E19D4201}" sibTransId="{3C28F69A-8131-437F-99FF-6546D9C8593E}"/>
    <dgm:cxn modelId="{631FE503-0D4C-4703-9DAF-D6C1E2DE2DD9}" type="presOf" srcId="{08C52021-EA81-4787-86F7-15ED15EFDB08}" destId="{14658303-83E8-49CC-B588-F9379D688DAB}" srcOrd="1" destOrd="0" presId="urn:microsoft.com/office/officeart/2005/8/layout/pyramid1"/>
    <dgm:cxn modelId="{B7C82F1D-68C4-43F6-9EA5-937FA0188EE3}" type="presParOf" srcId="{F74A93A2-B711-46A9-A12D-C6096C077D5B}" destId="{723E51B9-B556-45EC-8105-A167C610B03D}" srcOrd="0" destOrd="0" presId="urn:microsoft.com/office/officeart/2005/8/layout/pyramid1"/>
    <dgm:cxn modelId="{93520FD0-3738-47BA-B9DB-D0FAD4E62A34}" type="presParOf" srcId="{723E51B9-B556-45EC-8105-A167C610B03D}" destId="{4B8BD765-89D0-4BDF-9016-7392D9F50C33}" srcOrd="0" destOrd="0" presId="urn:microsoft.com/office/officeart/2005/8/layout/pyramid1"/>
    <dgm:cxn modelId="{CEB5E295-FF9E-465E-96B2-8DD15447DA38}" type="presParOf" srcId="{723E51B9-B556-45EC-8105-A167C610B03D}" destId="{A6016DD2-8775-418A-A45B-F69A69398D6B}" srcOrd="1" destOrd="0" presId="urn:microsoft.com/office/officeart/2005/8/layout/pyramid1"/>
    <dgm:cxn modelId="{DEF6D8BC-3A9F-4DA6-B946-6577BAE07D40}" type="presParOf" srcId="{F74A93A2-B711-46A9-A12D-C6096C077D5B}" destId="{E9D03079-1A92-4BBF-A7F9-8B85253E37E8}" srcOrd="1" destOrd="0" presId="urn:microsoft.com/office/officeart/2005/8/layout/pyramid1"/>
    <dgm:cxn modelId="{8F789CB9-1FFA-47DB-A667-8D3BF5DFB9A6}" type="presParOf" srcId="{E9D03079-1A92-4BBF-A7F9-8B85253E37E8}" destId="{C59B62B1-2F48-4DBC-BBAD-052D2F8C2D32}" srcOrd="0" destOrd="0" presId="urn:microsoft.com/office/officeart/2005/8/layout/pyramid1"/>
    <dgm:cxn modelId="{FD5B153C-2724-4AF1-A806-46FEC10E377D}" type="presParOf" srcId="{E9D03079-1A92-4BBF-A7F9-8B85253E37E8}" destId="{A7C77FF1-36F9-4E67-816D-F0496DCD0592}" srcOrd="1" destOrd="0" presId="urn:microsoft.com/office/officeart/2005/8/layout/pyramid1"/>
    <dgm:cxn modelId="{9EE2DA91-6D85-44FC-9FA0-6AE5AFBB377D}" type="presParOf" srcId="{F74A93A2-B711-46A9-A12D-C6096C077D5B}" destId="{66515897-C08D-43CC-8D08-04A73593EB6A}" srcOrd="2" destOrd="0" presId="urn:microsoft.com/office/officeart/2005/8/layout/pyramid1"/>
    <dgm:cxn modelId="{2324843C-58E4-4FD9-B2C0-725C38CBB6E1}" type="presParOf" srcId="{66515897-C08D-43CC-8D08-04A73593EB6A}" destId="{92F3D11A-7D81-4B8E-B99B-F17773302248}" srcOrd="0" destOrd="0" presId="urn:microsoft.com/office/officeart/2005/8/layout/pyramid1"/>
    <dgm:cxn modelId="{71EBBDA3-7E63-4B3E-94FC-CC943BDB137E}" type="presParOf" srcId="{66515897-C08D-43CC-8D08-04A73593EB6A}" destId="{4FE0D7C4-30A9-40D4-8C19-369569E36483}" srcOrd="1" destOrd="0" presId="urn:microsoft.com/office/officeart/2005/8/layout/pyramid1"/>
    <dgm:cxn modelId="{B27C45BC-C3A6-43FE-8188-6893EE8762E4}" type="presParOf" srcId="{F74A93A2-B711-46A9-A12D-C6096C077D5B}" destId="{3605948E-3C17-4C3C-9634-9C51A6A00EA4}" srcOrd="3" destOrd="0" presId="urn:microsoft.com/office/officeart/2005/8/layout/pyramid1"/>
    <dgm:cxn modelId="{EB6AE11D-84A0-41DF-B5E1-7D9BB9DA1B56}" type="presParOf" srcId="{3605948E-3C17-4C3C-9634-9C51A6A00EA4}" destId="{7025A2AC-A101-4F8C-AF6D-04C1061E685F}" srcOrd="0" destOrd="0" presId="urn:microsoft.com/office/officeart/2005/8/layout/pyramid1"/>
    <dgm:cxn modelId="{EFE3ADC2-B927-44E4-8ABF-A4C6F861EEB8}" type="presParOf" srcId="{3605948E-3C17-4C3C-9634-9C51A6A00EA4}" destId="{14658303-83E8-49CC-B588-F9379D688DAB}" srcOrd="1" destOrd="0" presId="urn:microsoft.com/office/officeart/2005/8/layout/pyramid1"/>
    <dgm:cxn modelId="{C81DD94D-C07C-40D5-BA99-89F654F8089A}" type="presParOf" srcId="{F74A93A2-B711-46A9-A12D-C6096C077D5B}" destId="{E8BA3DA6-31DB-4A46-B1C2-9EA8E55A475D}" srcOrd="4" destOrd="0" presId="urn:microsoft.com/office/officeart/2005/8/layout/pyramid1"/>
    <dgm:cxn modelId="{DCF142F2-FBF2-427A-B30E-56A7FF76F75F}" type="presParOf" srcId="{E8BA3DA6-31DB-4A46-B1C2-9EA8E55A475D}" destId="{6B727223-F7F7-45C8-BA15-459E43892322}" srcOrd="0" destOrd="0" presId="urn:microsoft.com/office/officeart/2005/8/layout/pyramid1"/>
    <dgm:cxn modelId="{5B2BD96C-572A-4200-AB43-2CEFC50615BD}" type="presParOf" srcId="{E8BA3DA6-31DB-4A46-B1C2-9EA8E55A475D}" destId="{78B2DE0E-9FB7-4875-92D8-CFBC1BBFA2A9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8BD765-89D0-4BDF-9016-7392D9F50C33}">
      <dsp:nvSpPr>
        <dsp:cNvPr id="0" name=""/>
        <dsp:cNvSpPr/>
      </dsp:nvSpPr>
      <dsp:spPr>
        <a:xfrm>
          <a:off x="3291840" y="0"/>
          <a:ext cx="1645920" cy="905192"/>
        </a:xfrm>
        <a:prstGeom prst="trapezoid">
          <a:avLst>
            <a:gd name="adj" fmla="val 90915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400" b="1" kern="1200" dirty="0"/>
            <a:t>INDIVIDUAL</a:t>
          </a:r>
        </a:p>
      </dsp:txBody>
      <dsp:txXfrm>
        <a:off x="3291840" y="0"/>
        <a:ext cx="1645920" cy="905192"/>
      </dsp:txXfrm>
    </dsp:sp>
    <dsp:sp modelId="{C59B62B1-2F48-4DBC-BBAD-052D2F8C2D32}">
      <dsp:nvSpPr>
        <dsp:cNvPr id="0" name=""/>
        <dsp:cNvSpPr/>
      </dsp:nvSpPr>
      <dsp:spPr>
        <a:xfrm>
          <a:off x="2468880" y="905192"/>
          <a:ext cx="3291840" cy="905192"/>
        </a:xfrm>
        <a:prstGeom prst="trapezoid">
          <a:avLst>
            <a:gd name="adj" fmla="val 90915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b="1" kern="1200" dirty="0"/>
            <a:t>VOCABULARY</a:t>
          </a:r>
        </a:p>
      </dsp:txBody>
      <dsp:txXfrm>
        <a:off x="3044951" y="905192"/>
        <a:ext cx="2139696" cy="905192"/>
      </dsp:txXfrm>
    </dsp:sp>
    <dsp:sp modelId="{92F3D11A-7D81-4B8E-B99B-F17773302248}">
      <dsp:nvSpPr>
        <dsp:cNvPr id="0" name=""/>
        <dsp:cNvSpPr/>
      </dsp:nvSpPr>
      <dsp:spPr>
        <a:xfrm>
          <a:off x="1645920" y="1810385"/>
          <a:ext cx="4937759" cy="905192"/>
        </a:xfrm>
        <a:prstGeom prst="trapezoid">
          <a:avLst>
            <a:gd name="adj" fmla="val 90915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1" kern="1200" dirty="0"/>
            <a:t>DECIDE WHAT TO SAY,TO WHOM AND WHEN</a:t>
          </a:r>
        </a:p>
      </dsp:txBody>
      <dsp:txXfrm>
        <a:off x="2510028" y="1810385"/>
        <a:ext cx="3209544" cy="905192"/>
      </dsp:txXfrm>
    </dsp:sp>
    <dsp:sp modelId="{7025A2AC-A101-4F8C-AF6D-04C1061E685F}">
      <dsp:nvSpPr>
        <dsp:cNvPr id="0" name=""/>
        <dsp:cNvSpPr/>
      </dsp:nvSpPr>
      <dsp:spPr>
        <a:xfrm>
          <a:off x="822960" y="2715577"/>
          <a:ext cx="6583680" cy="905192"/>
        </a:xfrm>
        <a:prstGeom prst="trapezoid">
          <a:avLst>
            <a:gd name="adj" fmla="val 90915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kern="1200" dirty="0"/>
            <a:t>CONTROLLED DISCLOSURE</a:t>
          </a:r>
        </a:p>
      </dsp:txBody>
      <dsp:txXfrm>
        <a:off x="1975103" y="2715577"/>
        <a:ext cx="4279392" cy="905192"/>
      </dsp:txXfrm>
    </dsp:sp>
    <dsp:sp modelId="{6B727223-F7F7-45C8-BA15-459E43892322}">
      <dsp:nvSpPr>
        <dsp:cNvPr id="0" name=""/>
        <dsp:cNvSpPr/>
      </dsp:nvSpPr>
      <dsp:spPr>
        <a:xfrm>
          <a:off x="0" y="3620770"/>
          <a:ext cx="8229600" cy="905192"/>
        </a:xfrm>
        <a:prstGeom prst="trapezoid">
          <a:avLst>
            <a:gd name="adj" fmla="val 90915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800" b="1" kern="1200" dirty="0"/>
            <a:t>TRUST</a:t>
          </a:r>
        </a:p>
      </dsp:txBody>
      <dsp:txXfrm>
        <a:off x="1440179" y="3620770"/>
        <a:ext cx="5349240" cy="9051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04335-DCDD-4F6C-ADBB-86F92AC29C00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5E168-FB91-4D8D-B2A2-B6F76665B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075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04335-DCDD-4F6C-ADBB-86F92AC29C00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5E168-FB91-4D8D-B2A2-B6F76665B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306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04335-DCDD-4F6C-ADBB-86F92AC29C00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5E168-FB91-4D8D-B2A2-B6F76665B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825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04335-DCDD-4F6C-ADBB-86F92AC29C00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5E168-FB91-4D8D-B2A2-B6F76665B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510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04335-DCDD-4F6C-ADBB-86F92AC29C00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5E168-FB91-4D8D-B2A2-B6F76665B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292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04335-DCDD-4F6C-ADBB-86F92AC29C00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5E168-FB91-4D8D-B2A2-B6F76665B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811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04335-DCDD-4F6C-ADBB-86F92AC29C00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5E168-FB91-4D8D-B2A2-B6F76665B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411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04335-DCDD-4F6C-ADBB-86F92AC29C00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5E168-FB91-4D8D-B2A2-B6F76665B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672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04335-DCDD-4F6C-ADBB-86F92AC29C00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5E168-FB91-4D8D-B2A2-B6F76665B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004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04335-DCDD-4F6C-ADBB-86F92AC29C00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5E168-FB91-4D8D-B2A2-B6F76665B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10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04335-DCDD-4F6C-ADBB-86F92AC29C00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5E168-FB91-4D8D-B2A2-B6F76665B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0608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04335-DCDD-4F6C-ADBB-86F92AC29C00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5E168-FB91-4D8D-B2A2-B6F76665BA0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707230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04335-DCDD-4F6C-ADBB-86F92AC29C00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5E168-FB91-4D8D-B2A2-B6F76665B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812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04335-DCDD-4F6C-ADBB-86F92AC29C00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5E168-FB91-4D8D-B2A2-B6F76665B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176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04335-DCDD-4F6C-ADBB-86F92AC29C00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5E168-FB91-4D8D-B2A2-B6F76665B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0207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04335-DCDD-4F6C-ADBB-86F92AC29C00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5E168-FB91-4D8D-B2A2-B6F76665B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8468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04335-DCDD-4F6C-ADBB-86F92AC29C00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5E168-FB91-4D8D-B2A2-B6F76665B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613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7A04335-DCDD-4F6C-ADBB-86F92AC29C00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BFA5E168-FB91-4D8D-B2A2-B6F76665B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9631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  <p:sldLayoutId id="2147483870" r:id="rId12"/>
    <p:sldLayoutId id="2147483871" r:id="rId13"/>
    <p:sldLayoutId id="2147483872" r:id="rId14"/>
    <p:sldLayoutId id="2147483873" r:id="rId15"/>
    <p:sldLayoutId id="2147483874" r:id="rId16"/>
    <p:sldLayoutId id="214748387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ed.com/talks/guy_winch_why_we_all_need_to_practice_emotional_first_aid?language=en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7246" y="118533"/>
            <a:ext cx="9873263" cy="267764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/>
              <a:t/>
            </a:r>
            <a:br>
              <a:rPr lang="en-US" sz="6000" dirty="0"/>
            </a:br>
            <a:r>
              <a:rPr lang="en-US" sz="6000" dirty="0" smtClean="0"/>
              <a:t>Means to Overcome Barriers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5901" y="2934726"/>
            <a:ext cx="8825658" cy="86142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smtClean="0">
                <a:solidFill>
                  <a:schemeClr val="tx1"/>
                </a:solidFill>
              </a:rPr>
              <a:t>Conflict Management)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300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Conflict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mtClean="0"/>
              <a:t>   </a:t>
            </a:r>
            <a:r>
              <a:rPr lang="en-US" dirty="0" smtClean="0"/>
              <a:t>What do you understand by the term conflict?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2250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Benefits of having a conflict: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If managed properly conflicts can lead to positive </a:t>
            </a:r>
            <a:r>
              <a:rPr lang="en-US" smtClean="0"/>
              <a:t>outcome.</a:t>
            </a:r>
          </a:p>
          <a:p>
            <a:r>
              <a:rPr lang="en-US" smtClean="0"/>
              <a:t>Helps </a:t>
            </a:r>
            <a:r>
              <a:rPr lang="en-US" dirty="0" smtClean="0"/>
              <a:t>to analyze goals in real-time</a:t>
            </a:r>
          </a:p>
          <a:p>
            <a:r>
              <a:rPr lang="en-US" dirty="0" smtClean="0"/>
              <a:t>Creates dialogue</a:t>
            </a:r>
          </a:p>
          <a:p>
            <a:r>
              <a:rPr lang="en-US" dirty="0" smtClean="0"/>
              <a:t>Fosters creative solutions</a:t>
            </a:r>
          </a:p>
          <a:p>
            <a:r>
              <a:rPr lang="en-US" dirty="0" smtClean="0"/>
              <a:t>Conflict helps to overcome individual psychological barriers by forcing people out of their traditional mode of thinking.</a:t>
            </a:r>
          </a:p>
          <a:p>
            <a:r>
              <a:rPr lang="en-US" dirty="0" smtClean="0"/>
              <a:t>Higher decision quality especially when the resistance is strong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u="sng" dirty="0" smtClean="0"/>
              <a:t>Without conflict organizations and employees stagnate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2803601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Conflict: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Interpersonal</a:t>
            </a:r>
          </a:p>
          <a:p>
            <a:r>
              <a:rPr lang="en-US" dirty="0" smtClean="0"/>
              <a:t>Organizational</a:t>
            </a:r>
          </a:p>
          <a:p>
            <a:r>
              <a:rPr lang="en-US" dirty="0" smtClean="0"/>
              <a:t>Technical</a:t>
            </a:r>
          </a:p>
          <a:p>
            <a:r>
              <a:rPr lang="en-US" dirty="0" smtClean="0"/>
              <a:t>National and International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046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Conflict resolution Strategies: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Avoiding</a:t>
            </a:r>
          </a:p>
          <a:p>
            <a:r>
              <a:rPr lang="en-US" dirty="0" smtClean="0"/>
              <a:t>Accommodating</a:t>
            </a:r>
            <a:endParaRPr lang="en-US" dirty="0"/>
          </a:p>
          <a:p>
            <a:r>
              <a:rPr lang="en-US" dirty="0" smtClean="0"/>
              <a:t>Compromising</a:t>
            </a:r>
          </a:p>
          <a:p>
            <a:r>
              <a:rPr lang="en-US" dirty="0" smtClean="0"/>
              <a:t>Forcing</a:t>
            </a:r>
          </a:p>
          <a:p>
            <a:r>
              <a:rPr lang="en-US" dirty="0"/>
              <a:t>Problem solving- Negotiating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990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Negotiating as the best strategy: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Cooperation is better than Competition</a:t>
            </a:r>
          </a:p>
          <a:p>
            <a:r>
              <a:rPr lang="en-US" dirty="0" smtClean="0"/>
              <a:t>Parties can be trusted (Communication Pyramid)</a:t>
            </a:r>
          </a:p>
          <a:p>
            <a:r>
              <a:rPr lang="en-US" dirty="0" smtClean="0"/>
              <a:t>Differences can be minimized</a:t>
            </a:r>
          </a:p>
          <a:p>
            <a:r>
              <a:rPr lang="en-US" dirty="0" smtClean="0"/>
              <a:t>Mutually acceptable solution can be found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000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Communication Pyramid</a:t>
            </a:r>
            <a:endParaRPr lang="en-IN" altLang="en-US" sz="3600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5384208"/>
              </p:ext>
            </p:extLst>
          </p:nvPr>
        </p:nvGraphicFramePr>
        <p:xfrm>
          <a:off x="1981200" y="1600201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30868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654" y="2581852"/>
            <a:ext cx="10515600" cy="1325563"/>
          </a:xfrm>
        </p:spPr>
        <p:txBody>
          <a:bodyPr>
            <a:noAutofit/>
          </a:bodyPr>
          <a:lstStyle/>
          <a:p>
            <a:r>
              <a:rPr lang="en-US" sz="2800" dirty="0">
                <a:hlinkClick r:id="rId2"/>
              </a:rPr>
              <a:t>https://</a:t>
            </a:r>
            <a:r>
              <a:rPr lang="en-US" sz="2800" dirty="0" smtClean="0">
                <a:hlinkClick r:id="rId2"/>
              </a:rPr>
              <a:t>www.ted.com/talks/guy_winch_why_we_all_need_to_practice_emotional_first_aid?language=en</a:t>
            </a:r>
            <a:r>
              <a:rPr lang="en-US" sz="2800" dirty="0" smtClean="0"/>
              <a:t> 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08202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103</TotalTime>
  <Words>151</Words>
  <Application>Microsoft Office PowerPoint</Application>
  <PresentationFormat>Widescreen</PresentationFormat>
  <Paragraphs>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Corbel</vt:lpstr>
      <vt:lpstr>Depth</vt:lpstr>
      <vt:lpstr>   Means to Overcome Barriers</vt:lpstr>
      <vt:lpstr>Conflict Management</vt:lpstr>
      <vt:lpstr>Benefits of having a conflict:</vt:lpstr>
      <vt:lpstr>Types of Conflict:</vt:lpstr>
      <vt:lpstr>Conflict resolution Strategies:</vt:lpstr>
      <vt:lpstr>Negotiating as the best strategy:</vt:lpstr>
      <vt:lpstr>Communication Pyramid</vt:lpstr>
      <vt:lpstr>https://www.ted.com/talks/guy_winch_why_we_all_need_to_practice_emotional_first_aid?language=en  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Means to Overcome Barriers</dc:title>
  <dc:creator>Krupali kale</dc:creator>
  <cp:lastModifiedBy>Krupali Waghela</cp:lastModifiedBy>
  <cp:revision>14</cp:revision>
  <dcterms:created xsi:type="dcterms:W3CDTF">2020-09-25T15:30:15Z</dcterms:created>
  <dcterms:modified xsi:type="dcterms:W3CDTF">2024-10-23T07:42:57Z</dcterms:modified>
</cp:coreProperties>
</file>